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fe4d4196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fe4d4196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fe4d4196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fe4d4196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fe4d4196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fe4d4196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e4d4196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e4d4196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fe4d4196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fe4d4196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MAST 6100 Individual Project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Jasraj Singh Chhokar - jsc53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 &amp; Background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Employee attrition poses significant </a:t>
            </a:r>
            <a:r>
              <a:rPr lang="en-GB"/>
              <a:t>challenges</a:t>
            </a:r>
            <a:r>
              <a:rPr lang="en-GB"/>
              <a:t> for organisations by increasing </a:t>
            </a:r>
            <a:r>
              <a:rPr lang="en-GB"/>
              <a:t>recruitment</a:t>
            </a:r>
            <a:r>
              <a:rPr lang="en-GB"/>
              <a:t> costs, reducing expertise and </a:t>
            </a:r>
            <a:r>
              <a:rPr lang="en-GB"/>
              <a:t>disrupting</a:t>
            </a:r>
            <a:r>
              <a:rPr lang="en-GB"/>
              <a:t> productivity.</a:t>
            </a:r>
            <a:br>
              <a:rPr lang="en-GB"/>
            </a:br>
            <a:r>
              <a:rPr lang="en-GB"/>
              <a:t>Research in HR analytics has shows </a:t>
            </a:r>
            <a:r>
              <a:rPr lang="en-GB"/>
              <a:t>factors</a:t>
            </a:r>
            <a:r>
              <a:rPr lang="en-GB"/>
              <a:t> like job satisfaction, income, work-life balance and etc play key roles in turnover. With the rise of machine learning in analytics, </a:t>
            </a:r>
            <a:r>
              <a:rPr lang="en-GB"/>
              <a:t>organisation</a:t>
            </a:r>
            <a:r>
              <a:rPr lang="en-GB"/>
              <a:t> seek more accurate predictive tools to identify employees at risk of leaving.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This project aims to evaluate if modern models can outperform traditional </a:t>
            </a:r>
            <a:r>
              <a:rPr lang="en-GB"/>
              <a:t>logistic</a:t>
            </a:r>
            <a:r>
              <a:rPr lang="en-GB"/>
              <a:t> regression models while also identifying the most influential motivator of employee attrition.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Questions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project focuses on answering two key questions: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Can machine learning models accurately classify whether an employee will leave the company?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Which factors most strongly influence employee attrition?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These questions aim to examine if advanced machine learning models improve </a:t>
            </a:r>
            <a:r>
              <a:rPr lang="en-GB"/>
              <a:t>predictive</a:t>
            </a:r>
            <a:r>
              <a:rPr lang="en-GB"/>
              <a:t> accuracy compared to </a:t>
            </a:r>
            <a:r>
              <a:rPr lang="en-GB"/>
              <a:t>statistical</a:t>
            </a:r>
            <a:r>
              <a:rPr lang="en-GB"/>
              <a:t> models and also with the use of variable importance , logistic regression coefficients and plots to identify the strongest influence to employee </a:t>
            </a:r>
            <a:r>
              <a:rPr lang="en-GB"/>
              <a:t>attrition</a:t>
            </a:r>
            <a:r>
              <a:rPr lang="en-GB"/>
              <a:t>,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Overview 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383950"/>
            <a:ext cx="8520600" cy="27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We are going to use the dataset Final Dataset Attrition.csv, which contains various variables such as Age, Monthly Income, Distance From Home, Years at Company, Overtime and more. The target </a:t>
            </a:r>
            <a:r>
              <a:rPr lang="en-GB"/>
              <a:t>variable we are going to use is Attrition is a binary(“Yes”/”No”). The dataset was imported and prepared in a suitable format for modelling and with categorical variables encoded and numerical variables scaled appropriately to be used for the classification models.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 Overview 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Data Preparation and Exploratory Modelling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We clean and use logistic regression modelling on the data  for GLM </a:t>
            </a:r>
            <a:r>
              <a:rPr lang="en-GB" sz="1600"/>
              <a:t>residual</a:t>
            </a:r>
            <a:r>
              <a:rPr lang="en-GB" sz="1600"/>
              <a:t> </a:t>
            </a:r>
            <a:r>
              <a:rPr lang="en-GB" sz="1600"/>
              <a:t>diagnostics</a:t>
            </a:r>
            <a:r>
              <a:rPr lang="en-GB" sz="1600"/>
              <a:t> and predictor effects to be plotted to help identify linearity issues and variable influence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Supervised Learning Models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4 classification models trained on the dataset values and all models were trained to do repeated cross-validation to ensure reliable performance estimates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Model </a:t>
            </a:r>
            <a:r>
              <a:rPr lang="en-GB" sz="1600"/>
              <a:t>Evaluation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We used confusion matrices, ROC curves and AUC scores to compare predictive performances and we used visualisation to provide more insight to the model behaviour.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Models Used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Models used for this analysis were: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Logistic Regression(GLM): used as a baseline model to offer interpretability and linear decision boundaries.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Random Forest: used to capture nonlinear </a:t>
            </a:r>
            <a:r>
              <a:rPr lang="en-GB"/>
              <a:t>relationships and interaction which provides variable importance ordering but this limits performance by class imbalance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XGBoost: used for high </a:t>
            </a:r>
            <a:r>
              <a:rPr lang="en-GB"/>
              <a:t>performance</a:t>
            </a:r>
            <a:r>
              <a:rPr lang="en-GB"/>
              <a:t> on </a:t>
            </a:r>
            <a:r>
              <a:rPr lang="en-GB"/>
              <a:t>tubular</a:t>
            </a:r>
            <a:r>
              <a:rPr lang="en-GB"/>
              <a:t>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Deep Learning Neural Network: this models high complex interactions and achieves strong predictive metrics.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